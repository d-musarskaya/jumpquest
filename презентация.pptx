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9.png" ContentType="image/png"/>
  <Override PartName="/ppt/media/image11.png" ContentType="image/png"/>
  <Override PartName="/ppt/media/image1.jpeg" ContentType="image/jpeg"/>
  <Override PartName="/ppt/media/image18.jpeg" ContentType="image/jpeg"/>
  <Override PartName="/ppt/media/image5.png" ContentType="image/png"/>
  <Override PartName="/ppt/media/image3.svg" ContentType="image/svg"/>
  <Override PartName="/ppt/media/image4.jpeg" ContentType="image/jpeg"/>
  <Override PartName="/ppt/media/image6.png" ContentType="image/png"/>
  <Override PartName="/ppt/media/image7.png" ContentType="image/png"/>
  <Override PartName="/ppt/media/image15.jpeg" ContentType="image/jpeg"/>
  <Override PartName="/ppt/media/image8.png" ContentType="image/png"/>
  <Override PartName="/ppt/media/image2.png" ContentType="image/png"/>
  <Override PartName="/ppt/media/image10.png" ContentType="image/png"/>
  <Override PartName="/ppt/media/image13.jpeg" ContentType="image/jpeg"/>
  <Override PartName="/ppt/media/image12.jpeg" ContentType="image/jpeg"/>
  <Override PartName="/ppt/media/image16.jpeg" ContentType="image/jpeg"/>
  <Override PartName="/ppt/media/image19.jpeg" ContentType="image/jpeg"/>
  <Override PartName="/ppt/media/image21.png" ContentType="image/png"/>
  <Override PartName="/ppt/media/image17.jpeg" ContentType="image/jpeg"/>
  <Override PartName="/ppt/media/image14.jpeg" ContentType="image/jpeg"/>
  <Override PartName="/ppt/media/image20.jpeg" ContentType="image/jpeg"/>
  <Override PartName="/ppt/media/image2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5" r:id="rId9"/>
    <p:sldMasterId id="2147483667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F117B2-AD5A-4511-AE4F-6D812327A4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44622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3760" y="468000"/>
            <a:ext cx="44622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99D156-982A-47E0-91CA-1A1C9489D8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F2F83A-8582-4528-9446-2B2B36FE18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8072D1-15AA-409D-B631-18BE34E194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CD7DB01-0D99-458B-8872-ECEA5CBCAE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0343E77-04EF-4E5B-A543-89ED84246C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89900DF-C90A-450D-92C1-DD76DF42D3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3A9E658-5A9D-4D20-8C56-0BA184F864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B0D9BE6-C612-4812-A2C4-E29B82546D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17279A4-BAC2-4152-94CA-631AB6FBEC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E05976E-8BD0-47C3-BD3F-62BE0C8B88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DB3A0A1-EFD3-4B3C-8767-0C7338BB4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image" Target="../media/image3.svg"/><Relationship Id="rId16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4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image" Target="../media/image1.jpeg"/><Relationship Id="rId18" Type="http://schemas.openxmlformats.org/officeDocument/2006/relationships/image" Target="../media/image1.jpeg"/><Relationship Id="rId19" Type="http://schemas.openxmlformats.org/officeDocument/2006/relationships/image" Target="../media/image1.jpeg"/><Relationship Id="rId20" Type="http://schemas.openxmlformats.org/officeDocument/2006/relationships/image" Target="../media/image1.jpeg"/><Relationship Id="rId21" Type="http://schemas.openxmlformats.org/officeDocument/2006/relationships/image" Target="../media/image1.jpeg"/><Relationship Id="rId22" Type="http://schemas.openxmlformats.org/officeDocument/2006/relationships/image" Target="../media/image1.jpeg"/><Relationship Id="rId23" Type="http://schemas.openxmlformats.org/officeDocument/2006/relationships/image" Target="../media/image1.jpeg"/><Relationship Id="rId24" Type="http://schemas.openxmlformats.org/officeDocument/2006/relationships/image" Target="../media/image1.jpeg"/><Relationship Id="rId25" Type="http://schemas.openxmlformats.org/officeDocument/2006/relationships/image" Target="../media/image1.jpeg"/><Relationship Id="rId26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038BA2A7-CD3A-499E-B95C-30F25088FBF2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520" cy="914760"/>
            <a:chOff x="8540280" y="5065920"/>
            <a:chExt cx="1280520" cy="914760"/>
          </a:xfrm>
        </p:grpSpPr>
        <p:grpSp>
          <p:nvGrpSpPr>
            <p:cNvPr id="33" name=""/>
            <p:cNvGrpSpPr/>
            <p:nvPr/>
          </p:nvGrpSpPr>
          <p:grpSpPr>
            <a:xfrm>
              <a:off x="8540280" y="5065920"/>
              <a:ext cx="1280520" cy="914760"/>
              <a:chOff x="8540280" y="5065920"/>
              <a:chExt cx="1280520" cy="914760"/>
            </a:xfrm>
          </p:grpSpPr>
          <p:sp>
            <p:nvSpPr>
              <p:cNvPr id="34" name=""/>
              <p:cNvSpPr/>
              <p:nvPr/>
            </p:nvSpPr>
            <p:spPr>
              <a:xfrm flipV="1" rot="21598800">
                <a:off x="9637560" y="5431680"/>
                <a:ext cx="182880" cy="182880"/>
              </a:xfrm>
              <a:prstGeom prst="ellipse">
                <a:avLst/>
              </a:prstGeom>
              <a:blipFill rotWithShape="0">
                <a:blip r:embed="rId2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flipV="1" rot="21598800">
                <a:off x="9271800" y="5431680"/>
                <a:ext cx="182880" cy="18288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flipV="1" rot="21598800">
                <a:off x="8906400" y="5431680"/>
                <a:ext cx="182880" cy="182880"/>
              </a:xfrm>
              <a:prstGeom prst="ellipse">
                <a:avLst/>
              </a:prstGeom>
              <a:blipFill rotWithShape="0">
                <a:blip r:embed="rId4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flipV="1" rot="21598800">
                <a:off x="8540280" y="5432040"/>
                <a:ext cx="182880" cy="182880"/>
              </a:xfrm>
              <a:prstGeom prst="ellipse">
                <a:avLst/>
              </a:prstGeom>
              <a:blipFill rotWithShape="0">
                <a:blip r:embed="rId5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flipV="1" rot="21598800">
                <a:off x="8540280" y="5065920"/>
                <a:ext cx="182880" cy="182880"/>
              </a:xfrm>
              <a:prstGeom prst="ellipse">
                <a:avLst/>
              </a:prstGeom>
              <a:blipFill rotWithShape="0">
                <a:blip r:embed="rId6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flipV="1" rot="21598800">
                <a:off x="8906040" y="5065920"/>
                <a:ext cx="182880" cy="182880"/>
              </a:xfrm>
              <a:prstGeom prst="ellipse">
                <a:avLst/>
              </a:prstGeom>
              <a:blipFill rotWithShape="0">
                <a:blip r:embed="rId7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flipV="1" rot="21598800">
                <a:off x="9271800" y="5066280"/>
                <a:ext cx="182880" cy="182880"/>
              </a:xfrm>
              <a:prstGeom prst="ellipse">
                <a:avLst/>
              </a:prstGeom>
              <a:blipFill rotWithShape="0">
                <a:blip r:embed="rId8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flipV="1" rot="21598800">
                <a:off x="9637920" y="5065920"/>
                <a:ext cx="182880" cy="182880"/>
              </a:xfrm>
              <a:prstGeom prst="ellipse">
                <a:avLst/>
              </a:prstGeom>
              <a:blipFill rotWithShape="0">
                <a:blip r:embed="rId9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flipV="1" rot="21598800">
                <a:off x="9637560" y="5797440"/>
                <a:ext cx="182880" cy="182880"/>
              </a:xfrm>
              <a:prstGeom prst="ellipse">
                <a:avLst/>
              </a:prstGeom>
              <a:blipFill rotWithShape="0">
                <a:blip r:embed="rId10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flipV="1" rot="21598800">
                <a:off x="9272160" y="5797800"/>
                <a:ext cx="182880" cy="182880"/>
              </a:xfrm>
              <a:prstGeom prst="ellipse">
                <a:avLst/>
              </a:prstGeom>
              <a:blipFill rotWithShape="0">
                <a:blip r:embed="rId11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flipV="1" rot="21598800">
                <a:off x="8906040" y="5797440"/>
                <a:ext cx="182880" cy="182880"/>
              </a:xfrm>
              <a:prstGeom prst="ellipse">
                <a:avLst/>
              </a:prstGeom>
              <a:blipFill rotWithShape="0">
                <a:blip r:embed="rId12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flipV="1" rot="21598800">
                <a:off x="8540280" y="5797440"/>
                <a:ext cx="182880" cy="182880"/>
              </a:xfrm>
              <a:prstGeom prst="ellipse">
                <a:avLst/>
              </a:prstGeom>
              <a:blipFill rotWithShape="0">
                <a:blip r:embed="rId13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ru-RU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</p:grpSp>
      </p:grpSp>
      <p:sp>
        <p:nvSpPr>
          <p:cNvPr id="46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7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8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728B2F4B-F3B6-4D90-9640-477843B9EE71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8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64" name=""/>
          <p:cNvSpPr/>
          <p:nvPr/>
        </p:nvSpPr>
        <p:spPr>
          <a:xfrm flipH="1" flipV="1">
            <a:off x="1462680" y="-1554480"/>
            <a:ext cx="457200" cy="2560320"/>
          </a:xfrm>
          <a:prstGeom prst="rect">
            <a:avLst/>
          </a:prstGeom>
          <a:blipFill rotWithShape="0">
            <a:blip r:embed="rId5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"/>
          <p:cNvSpPr/>
          <p:nvPr/>
        </p:nvSpPr>
        <p:spPr>
          <a:xfrm flipH="1" flipV="1">
            <a:off x="639720" y="-365400"/>
            <a:ext cx="457200" cy="2560320"/>
          </a:xfrm>
          <a:prstGeom prst="rect">
            <a:avLst/>
          </a:prstGeom>
          <a:blipFill rotWithShape="0">
            <a:blip r:embed="rId6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6" name=""/>
          <p:cNvSpPr/>
          <p:nvPr/>
        </p:nvSpPr>
        <p:spPr>
          <a:xfrm flipH="1" flipV="1">
            <a:off x="274320" y="548640"/>
            <a:ext cx="128016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"/>
          <p:cNvSpPr/>
          <p:nvPr/>
        </p:nvSpPr>
        <p:spPr>
          <a:xfrm flipH="1" flipV="1">
            <a:off x="822960" y="36576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8" name=""/>
          <p:cNvSpPr/>
          <p:nvPr/>
        </p:nvSpPr>
        <p:spPr>
          <a:xfrm flipH="1" flipV="1">
            <a:off x="274320" y="18288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9" name=""/>
          <p:cNvSpPr/>
          <p:nvPr/>
        </p:nvSpPr>
        <p:spPr>
          <a:xfrm flipH="1" flipV="1">
            <a:off x="2194560" y="-2103120"/>
            <a:ext cx="457200" cy="2560320"/>
          </a:xfrm>
          <a:prstGeom prst="rect">
            <a:avLst/>
          </a:prstGeom>
          <a:blipFill rotWithShape="0">
            <a:blip r:embed="rId7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"/>
          <p:cNvSpPr/>
          <p:nvPr/>
        </p:nvSpPr>
        <p:spPr>
          <a:xfrm>
            <a:off x="3474720" y="2560320"/>
            <a:ext cx="2743200" cy="2743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 u="wavyHeavy">
                <a:solidFill>
                  <a:srgbClr val="000000"/>
                </a:solidFill>
                <a:uFillTx/>
                <a:latin typeface="Noto Sans"/>
              </a:rPr>
              <a:t>Click to edit the title text format</a:t>
            </a:r>
            <a:endParaRPr b="1" lang="ru-RU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83ED6A45-7E87-4CE1-A19F-7FE922AAB187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8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0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1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B1707543-D9F9-4D9C-B067-7B398F355F24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7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98" name=""/>
          <p:cNvGrpSpPr/>
          <p:nvPr/>
        </p:nvGrpSpPr>
        <p:grpSpPr>
          <a:xfrm>
            <a:off x="3918240" y="1136520"/>
            <a:ext cx="2433600" cy="4339080"/>
            <a:chOff x="3918240" y="1136520"/>
            <a:chExt cx="2433600" cy="4339080"/>
          </a:xfrm>
        </p:grpSpPr>
        <p:sp>
          <p:nvSpPr>
            <p:cNvPr id="99" name=""/>
            <p:cNvSpPr/>
            <p:nvPr/>
          </p:nvSpPr>
          <p:spPr>
            <a:xfrm flipH="1" flipV="1" rot="5330400">
              <a:off x="4853880" y="37389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330400">
              <a:off x="4023360" y="2700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330400">
              <a:off x="4920480" y="243648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330400">
              <a:off x="3977280" y="13428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330400">
              <a:off x="4911480" y="11048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 flipV="1" rot="5330400">
              <a:off x="4032000" y="40431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323592AF-1C5B-4FBB-8B71-0510C66F86DB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3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905AEBB-02FA-43C6-8E17-7D57B1167DE0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"/>
          <p:cNvGrpSpPr/>
          <p:nvPr/>
        </p:nvGrpSpPr>
        <p:grpSpPr>
          <a:xfrm>
            <a:off x="2982960" y="1585440"/>
            <a:ext cx="5982480" cy="3150000"/>
            <a:chOff x="2982960" y="1585440"/>
            <a:chExt cx="5982480" cy="3150000"/>
          </a:xfrm>
        </p:grpSpPr>
        <p:sp>
          <p:nvSpPr>
            <p:cNvPr id="130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2" name=""/>
            <p:cNvSpPr txBox="1"/>
            <p:nvPr/>
          </p:nvSpPr>
          <p:spPr>
            <a:xfrm>
              <a:off x="3844800" y="176832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ru-RU" sz="8000" spc="-1" strike="noStrike">
                  <a:solidFill>
                    <a:srgbClr val="000000"/>
                  </a:solidFill>
                  <a:latin typeface="Noto Sans"/>
                </a:rPr>
                <a:t>“</a:t>
              </a:r>
              <a:endParaRPr b="0" lang="ru-RU" sz="80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3" name=""/>
            <p:cNvSpPr txBox="1"/>
            <p:nvPr/>
          </p:nvSpPr>
          <p:spPr>
            <a:xfrm>
              <a:off x="7868160" y="3399840"/>
              <a:ext cx="1097280" cy="1335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ru-RU" sz="7200" spc="-1" strike="noStrike">
                  <a:solidFill>
                    <a:srgbClr val="000000"/>
                  </a:solidFill>
                  <a:latin typeface="Noto Sans"/>
                </a:rPr>
                <a:t>”</a:t>
              </a:r>
              <a:endParaRPr b="0" lang="ru-RU" sz="72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-2094120" y="-402480"/>
            <a:ext cx="4946760" cy="8521920"/>
            <a:chOff x="-2094120" y="-402480"/>
            <a:chExt cx="4946760" cy="8521920"/>
          </a:xfrm>
        </p:grpSpPr>
        <p:sp>
          <p:nvSpPr>
            <p:cNvPr id="136" name=""/>
            <p:cNvSpPr/>
            <p:nvPr/>
          </p:nvSpPr>
          <p:spPr>
            <a:xfrm>
              <a:off x="-893160" y="4486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 rot="5358000">
              <a:off x="-897480" y="5153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-228960" y="5161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 rot="5358000">
              <a:off x="-219960" y="448884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-228960" y="3826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 rot="5358000">
              <a:off x="-1586160" y="44946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 rot="5358000">
              <a:off x="-223848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rot="5358000">
              <a:off x="-8971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 rot="5358000">
              <a:off x="-222120" y="3154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455040" y="4477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 rot="5358000">
              <a:off x="4705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158840" y="5170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-1561680" y="5162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358000">
              <a:off x="46152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 flipH="1" rot="16242000">
              <a:off x="-232200" y="179388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 flipH="1" rot="16242000">
              <a:off x="419760" y="246996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flipH="1">
              <a:off x="-246600" y="2462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107720" y="1135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rot="5358000">
              <a:off x="1103040" y="18018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rot="5358000">
              <a:off x="414360" y="11430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439200" y="1811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423720" y="451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rot="5358000">
              <a:off x="-246600" y="4388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rot="5358000">
              <a:off x="434880" y="-2462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1779480" y="1794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1106280" y="-257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-908280" y="17906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6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 rot="5358000">
              <a:off x="-245880" y="58251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427320" y="58539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7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-236880" y="6494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rot="5358000">
              <a:off x="-929880" y="65019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7" name=""/>
            <p:cNvSpPr/>
            <p:nvPr/>
          </p:nvSpPr>
          <p:spPr>
            <a:xfrm rot="5358000">
              <a:off x="-246600" y="719712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8" name=""/>
            <p:cNvSpPr/>
            <p:nvPr/>
          </p:nvSpPr>
          <p:spPr>
            <a:xfrm rot="5358000">
              <a:off x="426600" y="651852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1103400" y="6530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170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rIns="108360" tIns="63360" bIns="63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1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2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218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E26DC1A4-0A13-4BFD-8185-2B8BC696FEE7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8"/>
    <p:sldLayoutId id="2147483664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81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82" name=""/>
          <p:cNvGrpSpPr/>
          <p:nvPr/>
        </p:nvGrpSpPr>
        <p:grpSpPr>
          <a:xfrm>
            <a:off x="-147600" y="-296280"/>
            <a:ext cx="915840" cy="1281240"/>
            <a:chOff x="-147600" y="-296280"/>
            <a:chExt cx="915840" cy="1281240"/>
          </a:xfrm>
        </p:grpSpPr>
        <p:sp>
          <p:nvSpPr>
            <p:cNvPr id="183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V="1" rot="5395800">
              <a:off x="217800" y="-2959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583920" y="-2962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2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4" name=""/>
            <p:cNvSpPr/>
            <p:nvPr/>
          </p:nvSpPr>
          <p:spPr>
            <a:xfrm flipV="1" rot="5395800">
              <a:off x="-147240" y="-29556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95" name=""/>
          <p:cNvGrpSpPr/>
          <p:nvPr/>
        </p:nvGrpSpPr>
        <p:grpSpPr>
          <a:xfrm>
            <a:off x="9545040" y="4645800"/>
            <a:ext cx="915840" cy="1281240"/>
            <a:chOff x="9545040" y="4645800"/>
            <a:chExt cx="915840" cy="1281240"/>
          </a:xfrm>
        </p:grpSpPr>
        <p:sp>
          <p:nvSpPr>
            <p:cNvPr id="196" name=""/>
            <p:cNvSpPr/>
            <p:nvPr/>
          </p:nvSpPr>
          <p:spPr>
            <a:xfrm flipV="1" rot="5395800">
              <a:off x="9911880" y="574308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8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9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0" name=""/>
            <p:cNvSpPr/>
            <p:nvPr/>
          </p:nvSpPr>
          <p:spPr>
            <a:xfrm flipV="1" rot="5395800">
              <a:off x="10276560" y="4645440"/>
              <a:ext cx="182880" cy="182880"/>
            </a:xfrm>
            <a:prstGeom prst="ellipse">
              <a:avLst/>
            </a:prstGeom>
            <a:blipFill rotWithShape="0">
              <a:blip r:embed="rId1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1" name=""/>
            <p:cNvSpPr/>
            <p:nvPr/>
          </p:nvSpPr>
          <p:spPr>
            <a:xfrm flipV="1" rot="5395800">
              <a:off x="10276920" y="5011200"/>
              <a:ext cx="182880" cy="182880"/>
            </a:xfrm>
            <a:prstGeom prst="ellipse">
              <a:avLst/>
            </a:prstGeom>
            <a:blipFill rotWithShape="0">
              <a:blip r:embed="rId1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2" name=""/>
            <p:cNvSpPr/>
            <p:nvPr/>
          </p:nvSpPr>
          <p:spPr>
            <a:xfrm flipV="1" rot="5395800">
              <a:off x="10276920" y="5376960"/>
              <a:ext cx="182880" cy="182880"/>
            </a:xfrm>
            <a:prstGeom prst="ellipse">
              <a:avLst/>
            </a:prstGeom>
            <a:blipFill rotWithShape="0">
              <a:blip r:embed="rId2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3" name=""/>
            <p:cNvSpPr/>
            <p:nvPr/>
          </p:nvSpPr>
          <p:spPr>
            <a:xfrm flipV="1" rot="5395800">
              <a:off x="10277640" y="5743080"/>
              <a:ext cx="182880" cy="182880"/>
            </a:xfrm>
            <a:prstGeom prst="ellipse">
              <a:avLst/>
            </a:prstGeom>
            <a:blipFill rotWithShape="0">
              <a:blip r:embed="rId2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4" name=""/>
            <p:cNvSpPr/>
            <p:nvPr/>
          </p:nvSpPr>
          <p:spPr>
            <a:xfrm flipV="1" rot="5395800">
              <a:off x="9546120" y="5743440"/>
              <a:ext cx="182880" cy="182880"/>
            </a:xfrm>
            <a:prstGeom prst="ellipse">
              <a:avLst/>
            </a:prstGeom>
            <a:blipFill rotWithShape="0">
              <a:blip r:embed="rId2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5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2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6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2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7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2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08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67D8E7D-B8C5-4E06-9AE5-34D4A4B2BB5F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7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8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19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0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1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2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3A0006BD-0D4A-4E04-B18E-2916FE0C32A5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d-musarskaya/JumpQuest.git" TargetMode="External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 txBox="1"/>
          <p:nvPr/>
        </p:nvSpPr>
        <p:spPr>
          <a:xfrm>
            <a:off x="5199840" y="4646520"/>
            <a:ext cx="3821400" cy="87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Выполнили: 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Мусарская Дарья Сергеевна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Дарвиш Диана Фирасовна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1" name=""/>
          <p:cNvSpPr/>
          <p:nvPr/>
        </p:nvSpPr>
        <p:spPr>
          <a:xfrm>
            <a:off x="4993200" y="4540320"/>
            <a:ext cx="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049760" y="4591080"/>
            <a:ext cx="35812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JumpQuest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rcRect l="0" t="0" r="0" b="33875"/>
          <a:stretch/>
        </p:blipFill>
        <p:spPr>
          <a:xfrm>
            <a:off x="0" y="0"/>
            <a:ext cx="10080000" cy="443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64680" y="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Цели и задачи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227160" y="950400"/>
            <a:ext cx="4921200" cy="42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693" lnSpcReduction="10000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Цель: создать интересную игру — 2D-платформер, в которой реализуется система выживания персонажа, динамическое управление.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Задачи: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Спроектировать 3 игровых уровня в редакторе Tiled, настроив слои взаимодействия (стены, лестницы, декор) для создания уникальных локаций.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Разработать комплексную механику движения персонажа. Реализовать систему защиты персонажа, позволяющую использовать метательные факелы как инструмент активной обороны для противодействия привидениям и обеспечения безопасности при прохождении уровней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Создать базу данных для автоматического сохранения лучших результатов игры, чтобы обеспечить возможность отслеживания личного прогресса и фиксации рекордов.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5286240" y="1600920"/>
            <a:ext cx="4019760" cy="267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13200" y="15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Актуальность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192240" y="1105200"/>
            <a:ext cx="44622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Актуальность проекта заключается в том, что современные игроки ценят приложения, которые бросают вызов их навыкам и позволяют отслеживать личный прогресс. JumpQuest собирает в одном месте захватывающий игровой процесс и систему достижений, давая возможность игрокам не просто проходить уровни, а учиться преодолевать препятствия, отбиваться от врагов и постоянно побивать собственные рекорды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rcRect l="0" t="15985" r="0" b="16295"/>
          <a:stretch/>
        </p:blipFill>
        <p:spPr>
          <a:xfrm>
            <a:off x="5841360" y="912600"/>
            <a:ext cx="3779280" cy="383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8000" y="29268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Использованные технологии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68000" y="1466640"/>
            <a:ext cx="485208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52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  <a:ea typeface="Noto Sans CJK SC"/>
              </a:rPr>
              <a:t>В качестве основного языка программирования в проекте использован Python. Основная часть игрового мира и уровней создана в приложении Tiled, где были спроектированы многослойные карты.  Для отрисовки графики, работы физики и организации взаимодействия между игроком и противниками была использована библиотека </a:t>
            </a: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Arcade. Для хранения данных о рекордах  используется база данных, созданная в приложении SQLiteStudio. Также использована библиотека Random, которая отвечает за случайное появление противников.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5804640" y="1243080"/>
            <a:ext cx="1820520" cy="182052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2"/>
          <a:stretch/>
        </p:blipFill>
        <p:spPr>
          <a:xfrm>
            <a:off x="7748280" y="2152080"/>
            <a:ext cx="1945440" cy="194544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3"/>
          <a:stretch/>
        </p:blipFill>
        <p:spPr>
          <a:xfrm>
            <a:off x="5890320" y="3063600"/>
            <a:ext cx="1553400" cy="1553400"/>
          </a:xfrm>
          <a:prstGeom prst="rect">
            <a:avLst/>
          </a:prstGeom>
          <a:ln w="0">
            <a:noFill/>
          </a:ln>
        </p:spPr>
      </p:pic>
      <p:pic>
        <p:nvPicPr>
          <p:cNvPr id="245" name="" descr=""/>
          <p:cNvPicPr/>
          <p:nvPr/>
        </p:nvPicPr>
        <p:blipFill>
          <a:blip r:embed="rId4"/>
          <a:stretch/>
        </p:blipFill>
        <p:spPr>
          <a:xfrm>
            <a:off x="7885800" y="4252680"/>
            <a:ext cx="1258920" cy="12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Примеры работы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168120" y="761040"/>
            <a:ext cx="4101840" cy="284688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5914080" y="863640"/>
            <a:ext cx="3697920" cy="256248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3"/>
          <a:stretch/>
        </p:blipFill>
        <p:spPr>
          <a:xfrm>
            <a:off x="3074040" y="2685960"/>
            <a:ext cx="3702960" cy="2588760"/>
          </a:xfrm>
          <a:prstGeom prst="rect">
            <a:avLst/>
          </a:prstGeom>
          <a:ln w="0">
            <a:noFill/>
          </a:ln>
        </p:spPr>
      </p:pic>
      <p:sp>
        <p:nvSpPr>
          <p:cNvPr id="250" name=""/>
          <p:cNvSpPr txBox="1"/>
          <p:nvPr/>
        </p:nvSpPr>
        <p:spPr>
          <a:xfrm>
            <a:off x="533880" y="3305880"/>
            <a:ext cx="2341440" cy="51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Главное меню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667320" y="5182560"/>
            <a:ext cx="247932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Первый уровень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59240" y="3305880"/>
            <a:ext cx="210024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Настройки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68000" y="12024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Примеры работы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198720" y="915840"/>
            <a:ext cx="3520440" cy="2459160"/>
          </a:xfrm>
          <a:prstGeom prst="rect">
            <a:avLst/>
          </a:prstGeom>
          <a:ln w="0">
            <a:noFill/>
          </a:ln>
        </p:spPr>
      </p:pic>
      <p:pic>
        <p:nvPicPr>
          <p:cNvPr id="255" name="" descr=""/>
          <p:cNvPicPr/>
          <p:nvPr/>
        </p:nvPicPr>
        <p:blipFill>
          <a:blip r:embed="rId2"/>
          <a:srcRect l="12991" t="8398" r="12805" b="9009"/>
          <a:stretch/>
        </p:blipFill>
        <p:spPr>
          <a:xfrm>
            <a:off x="5529240" y="932760"/>
            <a:ext cx="3956040" cy="2751840"/>
          </a:xfrm>
          <a:prstGeom prst="rect">
            <a:avLst/>
          </a:prstGeom>
          <a:ln w="0">
            <a:noFill/>
          </a:ln>
        </p:spPr>
      </p:pic>
      <p:pic>
        <p:nvPicPr>
          <p:cNvPr id="256" name="" descr=""/>
          <p:cNvPicPr/>
          <p:nvPr/>
        </p:nvPicPr>
        <p:blipFill>
          <a:blip r:embed="rId3"/>
          <a:stretch/>
        </p:blipFill>
        <p:spPr>
          <a:xfrm>
            <a:off x="2950200" y="2904120"/>
            <a:ext cx="3368880" cy="2323800"/>
          </a:xfrm>
          <a:prstGeom prst="rect">
            <a:avLst/>
          </a:prstGeom>
          <a:ln w="0">
            <a:noFill/>
          </a:ln>
        </p:spPr>
      </p:pic>
      <p:sp>
        <p:nvSpPr>
          <p:cNvPr id="257" name=""/>
          <p:cNvSpPr txBox="1"/>
          <p:nvPr/>
        </p:nvSpPr>
        <p:spPr>
          <a:xfrm>
            <a:off x="465120" y="3375000"/>
            <a:ext cx="2289600" cy="4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Второй уровень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697440" y="3546720"/>
            <a:ext cx="228996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Пример работы камеры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426480" y="5165280"/>
            <a:ext cx="277200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Экран проигрыша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68000" y="25812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Примеры работы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194040" y="1307160"/>
            <a:ext cx="3215160" cy="224568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2"/>
          <a:srcRect l="19062" t="8392" r="11859" b="20344"/>
          <a:stretch/>
        </p:blipFill>
        <p:spPr>
          <a:xfrm>
            <a:off x="5274000" y="1208520"/>
            <a:ext cx="4338000" cy="2796840"/>
          </a:xfrm>
          <a:prstGeom prst="rect">
            <a:avLst/>
          </a:prstGeom>
          <a:ln w="0">
            <a:noFill/>
          </a:ln>
        </p:spPr>
      </p:pic>
      <p:sp>
        <p:nvSpPr>
          <p:cNvPr id="263" name=""/>
          <p:cNvSpPr txBox="1"/>
          <p:nvPr/>
        </p:nvSpPr>
        <p:spPr>
          <a:xfrm>
            <a:off x="194040" y="3552840"/>
            <a:ext cx="2496600" cy="4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Третий уровень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954200" y="3420000"/>
            <a:ext cx="3202560" cy="58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ffffff"/>
                </a:solidFill>
                <a:latin typeface="Noto Sans"/>
              </a:rPr>
              <a:t>Атака</a:t>
            </a:r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3"/>
          <a:stretch/>
        </p:blipFill>
        <p:spPr>
          <a:xfrm>
            <a:off x="3145320" y="2823480"/>
            <a:ext cx="3629880" cy="250776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4080600" y="5331240"/>
            <a:ext cx="3288600" cy="48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Noto Sans"/>
              </a:rPr>
              <a:t>Экран победы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78640" y="18936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Заключение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364680" y="1346040"/>
            <a:ext cx="573048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В ходе работы был разработан 2D-платформер JumpQuest, предназначенный для прохождения уникальных уровней, борьбы с привидениями и сохранения личного рекорда. Приложение позволяет пользователю удобно управлять персонажем, использовать факелы для защиты и видеть свои лучшие результаты.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Noto Sans"/>
                <a:ea typeface="Noto Sans CJK SC"/>
              </a:rPr>
              <a:t> </a:t>
            </a:r>
            <a:r>
              <a:rPr b="0" lang="ru-RU" sz="1500" spc="-1" strike="noStrike">
                <a:solidFill>
                  <a:srgbClr val="000000"/>
                </a:solidFill>
                <a:latin typeface="Noto Sans"/>
                <a:ea typeface="Noto Sans CJK SC"/>
              </a:rPr>
              <a:t>В дальнейшем проект можно развивать, добавляя новые уровни, расширяя </a:t>
            </a:r>
            <a:r>
              <a:rPr b="0" lang="ru-RU" sz="1500" spc="-1" strike="noStrike">
                <a:solidFill>
                  <a:srgbClr val="000000"/>
                </a:solidFill>
                <a:latin typeface="Noto Sans"/>
              </a:rPr>
              <a:t>статистику и создавая новые виды противников и персонажей.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6719040" y="898560"/>
            <a:ext cx="2957040" cy="443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226800" y="24084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ru-RU" sz="4400" spc="-1" strike="noStrike">
                <a:solidFill>
                  <a:srgbClr val="000000"/>
                </a:solidFill>
                <a:latin typeface="Noto Sans"/>
              </a:rPr>
              <a:t>Ссылки на исходный код</a:t>
            </a:r>
            <a:endParaRPr b="1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278280" y="138024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  <a:hlinkClick r:id="rId1"/>
              </a:rPr>
              <a:t>https://github.com/d-musarskaya/JumpQuest.git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2"/>
          <a:stretch/>
        </p:blipFill>
        <p:spPr>
          <a:xfrm>
            <a:off x="3070800" y="2186640"/>
            <a:ext cx="3213360" cy="321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LibreOffice/24.2.5.2$MacOSX_X86_64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2026-02-01T13:59:04Z</dcterms:created>
  <dc:creator/>
  <dc:description>Credits: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ru-RU</dc:language>
  <cp:lastModifiedBy/>
  <dcterms:modified xsi:type="dcterms:W3CDTF">2026-02-01T16:10:13Z</dcterms:modified>
  <cp:revision>2</cp:revision>
  <dc:subject/>
  <dc:title>Grey Elegant</dc:title>
</cp:coreProperties>
</file>